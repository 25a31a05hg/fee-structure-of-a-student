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C++ program using Linked List</a:t>
            </a:r>
          </a:p>
          <a:p>
            <a:r>
              <a:t>To manage student fee records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Student Fee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program manages student fee details using a singly linked list.</a:t>
            </a:r>
          </a:p>
          <a:p>
            <a:r>
              <a:t>It allows dynamic storage and efficient operations.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student data dynamically</a:t>
            </a:r>
          </a:p>
          <a:p>
            <a:r>
              <a:t>• Calculate fee details</a:t>
            </a:r>
          </a:p>
          <a:p>
            <a:r>
              <a:t>• Search and display records</a:t>
            </a:r>
          </a:p>
          <a:p>
            <a:r>
              <a:t>• Provide menu-driven interface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Singly Linked List</a:t>
            </a:r>
          </a:p>
          <a:p>
            <a:r>
              <a:t>Each node contains:</a:t>
            </a:r>
          </a:p>
          <a:p>
            <a:r>
              <a:t>• Roll Number</a:t>
            </a:r>
          </a:p>
          <a:p>
            <a:r>
              <a:t>• Category</a:t>
            </a:r>
          </a:p>
          <a:p>
            <a:r>
              <a:t>• Fee details</a:t>
            </a:r>
          </a:p>
          <a:p>
            <a:r>
              <a:t>• Pointer to next node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Roll Number:</a:t>
            </a:r>
          </a:p>
          <a:p>
            <a:r>
              <a:t>• PMSR</a:t>
            </a:r>
          </a:p>
          <a:p>
            <a:r>
              <a:t>• PMS</a:t>
            </a:r>
          </a:p>
          <a:p>
            <a:r>
              <a:t>• Management</a:t>
            </a:r>
          </a:p>
          <a:p>
            <a:r>
              <a:t>• Non-PMS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PMS → 50000</a:t>
            </a:r>
          </a:p>
          <a:p>
            <a:r>
              <a:t>• PMSR → 30000</a:t>
            </a:r>
          </a:p>
          <a:p>
            <a:r>
              <a:t>• Management → 80000</a:t>
            </a:r>
          </a:p>
          <a:p>
            <a:r>
              <a:t>• Non-PMS → 60000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Add Student</a:t>
            </a:r>
          </a:p>
          <a:p>
            <a:r>
              <a:t>2. Search Student</a:t>
            </a:r>
          </a:p>
          <a:p>
            <a:r>
              <a:t>3. Display All</a:t>
            </a:r>
          </a:p>
          <a:p>
            <a:r>
              <a:t>4. Exit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details</a:t>
            </a:r>
          </a:p>
          <a:p>
            <a:r>
              <a:t>• Determine category</a:t>
            </a:r>
          </a:p>
          <a:p>
            <a:r>
              <a:t>• Assign base fee</a:t>
            </a:r>
          </a:p>
          <a:p>
            <a:r>
              <a:t>• Insert node at end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Student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Traverse list</a:t>
            </a:r>
          </a:p>
          <a:p>
            <a:r>
              <a:t>• Match roll number</a:t>
            </a:r>
          </a:p>
          <a:p>
            <a:r>
              <a:t>• Calculate total &amp; due</a:t>
            </a:r>
          </a:p>
          <a:p>
            <a:r>
              <a:t>• Display details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Student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Traverse list</a:t>
            </a:r>
          </a:p>
          <a:p>
            <a:r>
              <a:t>• Display all roll numbers</a:t>
            </a:r>
          </a:p>
          <a:p>
            <a:r>
              <a:t>• Show list structure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All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Menu-driven program using linked list.</a:t>
            </a:r>
          </a:p>
          <a:p>
            <a:r>
              <a:t>Supports insertion, searching, and display operations.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memory usage</a:t>
            </a:r>
          </a:p>
          <a:p>
            <a:r>
              <a:t>• Efficient insertion</a:t>
            </a:r>
          </a:p>
          <a:p>
            <a:r>
              <a:t>• Simple implementation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efficiently manages student fee records using linked list concepts.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</TotalTime>
  <Words>216</Words>
  <Application>Microsoft Macintosh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Concourse</vt:lpstr>
      <vt:lpstr>Student Fee Management System</vt:lpstr>
      <vt:lpstr>Introduction</vt:lpstr>
      <vt:lpstr>Objectives</vt:lpstr>
      <vt:lpstr>Data Structure Used</vt:lpstr>
      <vt:lpstr>Student Categories</vt:lpstr>
      <vt:lpstr>Fee Structure</vt:lpstr>
      <vt:lpstr>Operations</vt:lpstr>
      <vt:lpstr>Add Student</vt:lpstr>
      <vt:lpstr>Search Student</vt:lpstr>
      <vt:lpstr>Display All</vt:lpstr>
      <vt:lpstr>Methodology</vt:lpstr>
      <vt:lpstr>Advantages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Fee Management System</dc:title>
  <dc:creator>Pragati</dc:creator>
  <dc:description>generated using python-pptx</dc:description>
  <cp:lastModifiedBy>Pragati</cp:lastModifiedBy>
  <cp:revision>2</cp:revision>
  <dcterms:created xsi:type="dcterms:W3CDTF">2013-01-27T09:14:16Z</dcterms:created>
  <dcterms:modified xsi:type="dcterms:W3CDTF">2026-05-14T08:24:14Z</dcterms:modified>
</cp:coreProperties>
</file>